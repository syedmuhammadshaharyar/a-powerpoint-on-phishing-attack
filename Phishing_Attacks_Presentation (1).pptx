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2103120" cy="2103120"/>
          </a:xfrm>
          <a:prstGeom prst="rect">
            <a:avLst/>
          </a:prstGeom>
          <a:solidFill>
            <a:srgbClr val="243447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0" y="77724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Demonstration Study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Shaharyar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and Technology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56616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represent one of the most pervasive threats in modern cybersecurity, exploiting human vulnerabilities to obtain sensitive information.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presents an educational demonstration of how phishing attacks are conducted using the open-source tool Zphisher in a controlled environment.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indicate that users are highly susceptible to realistic fake login pages — underscoring the critical need for both technical countermeasures and user awareness 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6360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Phishing  ·  Cybersecurity  ·  Spear Phishing  ·  Zphisher  ·  Social Engineering  ·  User Awareness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cyberattack where attackers trick individuals into revealing sensitive information through fake messages, emails, or fraudulent websites that appear legitimate.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enter credentials on pages visually identical to trusted sites — data is then captured and misused.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24344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Phishing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09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with fraudulent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167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Spear Phishing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459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specific persons or orgs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9169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Smishing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2095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SMS messages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666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URL Spoofing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URLs mimicking real ones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Early Research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8686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email-based phishing — fraudulent emails prompting users to visit malicious websites or download malware.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73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Evolution to Spear Phishing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673352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identified targeted attacks crafted for specific individuals or organizations as a more dangerous variant.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78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ML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478024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studies propose URL analysis, content filtering, and classification techniques for recognizing phishing pages.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826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 Factors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28269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ignorance and lack of security awareness are identified as the biggest contributing factors to successful attacks.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Multi-Layer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08736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secure browsers, and anti-phishing filters — a layered approach proves most effective against phishing.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demonstration in a controlled professional environment — not a malicious attack.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6400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22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Zphisher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 that creates fake login pages mimicking Facebook, Google, LinkedIn, Instagram &amp; more.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6400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03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fake login page and presented it to test users to observe identification capability.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6400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data flow to document how submitted credentials are captured without user awareness.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pages visually indistinguishable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websites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68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IP address recorded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clicking the link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65176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68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aware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2286000"/>
          </a:xfrm>
          <a:prstGeom prst="rect">
            <a:avLst/>
          </a:prstGeom>
          <a:solidFill>
            <a:srgbClr val="24344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generating the fake login page, a link was sent to the target. Upon clicking, their IP address was immediately recorded. The page was visually indistinguishable from the legitimate website.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target submitted credentials, data was silently transmitted to the attacker's system. The user remained completely unaware, attributing any anomaly to a server-side issue.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effectiveness and danger of phishing attacks against unsuspecting users.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Phishing Attacks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19202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URLs &amp; Senders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70078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URLs before entering credentials. Phishing sites use typos like 'facebo0k.com' instead of 'facebook.com'.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804672"/>
            <a:ext cx="2743200" cy="19202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72968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70078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adds a second layer — even stolen credentials can't access accounts without the OTP.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17336" y="804672"/>
            <a:ext cx="2743200" cy="19202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17336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08776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Anti-Phishing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08776" y="170078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Safe Browsing, Microsoft Defender SmartScreen, or Netcraft browser extensions.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07792"/>
            <a:ext cx="2743200" cy="19202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2999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80390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 OS, browsers, and antivirus to patch vulnerabilities before attackers exploit them.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907792"/>
            <a:ext cx="2743200" cy="19202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72968" y="2999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64408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Awareness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380390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should conduct regular cybersecurity training to help users recognize phishing attempts.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17336" y="2907792"/>
            <a:ext cx="2743200" cy="192024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17336" y="2999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08776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08776" y="3803904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spam/phishing filters on email servers. Microsoft 365 and Google Workspace have built-in filters.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194560"/>
          </a:xfrm>
          <a:prstGeom prst="rect">
            <a:avLst/>
          </a:prstGeom>
          <a:solidFill>
            <a:srgbClr val="243447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one of the most powerful forms of cybercrime, particularly effective against users with limited cybersecurity awareness.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demonstrated how phishing tools create realistic fake websites that deceive users into providing sensitive information. Ordinary users can easily be tricked into submitting credentials to unauthorized websites.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3154680"/>
            <a:ext cx="4114800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URL verification, browser extensions, email filters, and software updates.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154680"/>
            <a:ext cx="4114800" cy="1417320"/>
          </a:xfrm>
          <a:prstGeom prst="rect">
            <a:avLst/>
          </a:prstGeom>
          <a:solidFill>
            <a:srgbClr val="243447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cybersecurity training is essential to help users identify phishing attempts and social engineering tactics.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955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A. K. Jain and B. B. Gupta, "A novel approach to protect against phishing attacks at client side using auto-updated white-list," EURASIP J. Inf. Secur., 2016.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85953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R. Heartfield and G. Loukas, "A taxonomy of attacks and a survey of defence mechanisms for semantic social engineering attacks," ACM Comput. Surv., 2016.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36776"/>
            <a:ext cx="8595360" cy="36576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550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I. Fette, N. Sadeh, and A. Tomasic, "Learning to detect phishing emails," Proc. 16th Int. Conf. World Wide Web, 2007.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85953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S. Abu-Nimeh et al., "A comparison of machine learning techniques for phishing detection," Anti-Phishing Working Group, 2007.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36576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14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Zphisher, "Advanced phishing tool," GitHub. Available: https://github.com/htr-tech/zphisher.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436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Raja Jabir et al., "Phishing Attacks in the Age of Generative AI: A Systematic Review of Human Factors."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8595360" cy="36576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741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Ruth Johnson, "2025 Cyber Security Research Project Showcase," Old Dominion University.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85616"/>
            <a:ext cx="85953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039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Tariq Saeed and Muhammad Nafees, "A Systematic Literature Review on Phishing Attacks and Countermeasures," Iqra University.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15384"/>
            <a:ext cx="8595360" cy="365760"/>
          </a:xfrm>
          <a:prstGeom prst="rect">
            <a:avLst/>
          </a:prstGeom>
          <a:solidFill>
            <a:srgbClr val="243447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336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Rajish Tanti, "Phishing Attack: A Case Study and their Prevention Techniques," Oct. 2024.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Z. Alkhalil et al., "Phishing attack: A recent comprehensive study and a new anatomy," Cardiff Metropolitan University, Mar. 2021.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743200" y="2377440"/>
            <a:ext cx="36576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Shaharyar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and 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muhammadshaharyar005@gmail.com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 |  Cybersecurity / Network Security Track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Attacks: A Demonstration Study</dc:title>
  <dc:subject>PptxGenJS Presentation</dc:subject>
  <dc:creator>Syed Muhammad Shaharyar</dc:creator>
  <cp:lastModifiedBy>Syed Muhammad Shaharyar</cp:lastModifiedBy>
  <cp:revision>1</cp:revision>
  <dcterms:created xsi:type="dcterms:W3CDTF">2026-05-21T07:27:27Z</dcterms:created>
  <dcterms:modified xsi:type="dcterms:W3CDTF">2026-05-21T07:27:27Z</dcterms:modified>
</cp:coreProperties>
</file>